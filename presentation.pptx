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5396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651626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69536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77079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10076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58680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4659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588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04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D31A00-19F7-21B0-3C06-777551C458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F22F9E-8712-CA05-96DF-4B1170FF82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0DFBA5-99E2-742A-99F7-06414573D7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4A4C34-5632-C300-1A45-4910057D39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528483-4B58-2213-9CEF-3539208646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FB1598-0076-31E4-EA58-3EBAD6B34B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AD1C4-D294-FE79-D14B-9770039152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9204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766478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967534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16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58549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9554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36340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50229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35609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1121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6247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58377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65205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88975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35639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2451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36889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03246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35714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45357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55815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68436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8361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69840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78519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0057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38028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22996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66065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626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37190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75079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906422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3773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342558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454734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189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818075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46442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40383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22109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91029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43557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886545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032115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98286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89037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68568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9801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181278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700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94883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568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249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8726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00406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82900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26206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18574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98764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731394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20643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5336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8765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41010" y="5452185"/>
            <a:ext cx="3991151" cy="1127207"/>
          </a:xfrm>
          <a:prstGeom prst="rect">
            <a:avLst/>
          </a:prstGeom>
        </p:spPr>
      </p:pic>
      <p:sp>
        <p:nvSpPr>
          <p:cNvPr id="1931106305" name=""/>
          <p:cNvSpPr txBox="1"/>
          <p:nvPr/>
        </p:nvSpPr>
        <p:spPr bwMode="auto">
          <a:xfrm rot="0" flipH="0" flipV="0">
            <a:off x="440660" y="1495591"/>
            <a:ext cx="10991850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cs typeface="Times New Roman"/>
              </a:rPr>
              <a:t>PRIKUPLJANJE I OBRADA TEMPERATURNIH PODATAKA, TE KOMUNIKACIJA S RAČUNALNIM OBLAKOM</a:t>
            </a:r>
            <a:endParaRPr sz="4800"/>
          </a:p>
        </p:txBody>
      </p:sp>
      <p:sp>
        <p:nvSpPr>
          <p:cNvPr id="1769757381" name=""/>
          <p:cNvSpPr txBox="1"/>
          <p:nvPr/>
        </p:nvSpPr>
        <p:spPr bwMode="auto">
          <a:xfrm rot="0" flipH="0" flipV="0">
            <a:off x="2571830" y="3793289"/>
            <a:ext cx="672951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Student: Toni Borozan</a:t>
            </a:r>
            <a:endParaRPr/>
          </a:p>
          <a:p>
            <a:pPr algn="ctr">
              <a:defRPr/>
            </a:pPr>
            <a:r>
              <a:rPr/>
              <a:t>Mentor: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Ante Projić, mag. ing. comp., pred.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9891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Uvod</a:t>
            </a:r>
            <a:endParaRPr/>
          </a:p>
        </p:txBody>
      </p:sp>
      <p:sp>
        <p:nvSpPr>
          <p:cNvPr id="4706053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Pra</a:t>
            </a:r>
            <a:r>
              <a:rPr lang="hr-HR"/>
              <a:t>ćenje vanjske temperature u realnom vremenu</a:t>
            </a:r>
            <a:endParaRPr lang="hr-HR"/>
          </a:p>
          <a:p>
            <a:pPr>
              <a:defRPr/>
            </a:pPr>
            <a:r>
              <a:rPr lang="hr-HR"/>
              <a:t>Integracija hardvera i cloud tehnologija</a:t>
            </a:r>
            <a:endParaRPr lang="hr-HR"/>
          </a:p>
          <a:p>
            <a:pPr>
              <a:defRPr/>
            </a:pPr>
            <a:r>
              <a:rPr lang="hr-HR"/>
              <a:t>Rješavanje ograničenja pristupa podacima</a:t>
            </a:r>
            <a:endParaRPr lang="hr-HR"/>
          </a:p>
          <a:p>
            <a:pPr>
              <a:defRPr/>
            </a:pPr>
            <a:r>
              <a:rPr lang="hr-HR"/>
              <a:t>Moderna softverska arhitektura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58115087" name=""/>
          <p:cNvCxnSpPr>
            <a:endCxn id="1061515450" idx="2"/>
          </p:cNvCxnSpPr>
          <p:nvPr/>
        </p:nvCxnSpPr>
        <p:spPr bwMode="auto">
          <a:xfrm rot="16199969" flipH="0" flipV="0">
            <a:off x="5027501" y="3948837"/>
            <a:ext cx="161897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37955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Pregled arhitekture</a:t>
            </a:r>
            <a:endParaRPr/>
          </a:p>
        </p:txBody>
      </p:sp>
      <p:pic>
        <p:nvPicPr>
          <p:cNvPr id="1920423807" name="Ecowitt WS69" title="Ecowitt WS69"/>
          <p:cNvPicPr>
            <a:picLocks noChangeAspect="1"/>
          </p:cNvPicPr>
          <p:nvPr/>
        </p:nvPicPr>
        <p:blipFill rotWithShape="1">
          <a:blip r:embed="rId3"/>
          <a:srcRect l="615" t="26568" r="-615" b="25838"/>
          <a:stretch/>
        </p:blipFill>
        <p:spPr bwMode="auto">
          <a:xfrm rot="0" flipH="0" flipV="0">
            <a:off x="1152144" y="1792544"/>
            <a:ext cx="2029968" cy="969264"/>
          </a:xfrm>
          <a:prstGeom prst="rect">
            <a:avLst/>
          </a:prstGeom>
        </p:spPr>
      </p:pic>
      <p:pic>
        <p:nvPicPr>
          <p:cNvPr id="1013894754" name=""/>
          <p:cNvPicPr>
            <a:picLocks noChangeAspect="1"/>
          </p:cNvPicPr>
          <p:nvPr/>
        </p:nvPicPr>
        <p:blipFill rotWithShape="1">
          <a:blip r:embed="rId4"/>
          <a:srcRect l="9522" t="22610" r="10771" b="21676"/>
        </p:blipFill>
        <p:spPr bwMode="auto">
          <a:xfrm flipH="0" flipV="0">
            <a:off x="1304276" y="4185986"/>
            <a:ext cx="1637631" cy="1144670"/>
          </a:xfrm>
          <a:prstGeom prst="rect">
            <a:avLst/>
          </a:prstGeom>
        </p:spPr>
      </p:pic>
      <p:sp>
        <p:nvSpPr>
          <p:cNvPr id="1820592863" name=""/>
          <p:cNvSpPr/>
          <p:nvPr/>
        </p:nvSpPr>
        <p:spPr bwMode="auto">
          <a:xfrm rot="8042883" flipH="0" flipV="0">
            <a:off x="1881086" y="2583694"/>
            <a:ext cx="509670" cy="534736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8539348" name=""/>
          <p:cNvSpPr/>
          <p:nvPr/>
        </p:nvSpPr>
        <p:spPr bwMode="auto">
          <a:xfrm rot="8042883" flipH="0" flipV="0">
            <a:off x="1881086" y="2741549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40017966" name=""/>
          <p:cNvSpPr/>
          <p:nvPr/>
        </p:nvSpPr>
        <p:spPr bwMode="auto">
          <a:xfrm rot="8042883" flipH="0" flipV="0">
            <a:off x="1881086" y="3161631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16257003" name=""/>
          <p:cNvSpPr/>
          <p:nvPr/>
        </p:nvSpPr>
        <p:spPr bwMode="auto">
          <a:xfrm rot="8042883" flipH="0" flipV="0">
            <a:off x="1881086" y="3319486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3643813" name=""/>
          <p:cNvSpPr txBox="1"/>
          <p:nvPr/>
        </p:nvSpPr>
        <p:spPr bwMode="auto">
          <a:xfrm rot="0" flipH="0" flipV="0">
            <a:off x="1528821" y="3302007"/>
            <a:ext cx="1184572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hr-HR" sz="1100"/>
              <a:t>868 Mhz</a:t>
            </a:r>
            <a:endParaRPr sz="700"/>
          </a:p>
        </p:txBody>
      </p:sp>
      <p:sp>
        <p:nvSpPr>
          <p:cNvPr id="305957938" name=""/>
          <p:cNvSpPr/>
          <p:nvPr/>
        </p:nvSpPr>
        <p:spPr bwMode="auto">
          <a:xfrm rot="2462561" flipH="0" flipV="0">
            <a:off x="3104976" y="4515676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8034760" name=""/>
          <p:cNvSpPr/>
          <p:nvPr/>
        </p:nvSpPr>
        <p:spPr bwMode="auto">
          <a:xfrm rot="2462561" flipH="0" flipV="0">
            <a:off x="3290655" y="4515676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39900617" name=""/>
          <p:cNvSpPr/>
          <p:nvPr/>
        </p:nvSpPr>
        <p:spPr bwMode="auto">
          <a:xfrm rot="2462561" flipH="0" flipV="0">
            <a:off x="4059459" y="4515676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0929534" name=""/>
          <p:cNvSpPr/>
          <p:nvPr/>
        </p:nvSpPr>
        <p:spPr bwMode="auto">
          <a:xfrm rot="2462561" flipH="0" flipV="0">
            <a:off x="4245138" y="4515676"/>
            <a:ext cx="509670" cy="534735"/>
          </a:xfrm>
          <a:prstGeom prst="arc">
            <a:avLst>
              <a:gd name="adj1" fmla="val 16200000"/>
              <a:gd name="adj2" fmla="val 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11184933" name=""/>
          <p:cNvSpPr txBox="1"/>
          <p:nvPr/>
        </p:nvSpPr>
        <p:spPr bwMode="auto">
          <a:xfrm rot="0" flipH="0" flipV="0">
            <a:off x="3316313" y="4535183"/>
            <a:ext cx="163179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/>
              <a:t>Wi-Fi</a:t>
            </a:r>
            <a:endParaRPr sz="1100"/>
          </a:p>
          <a:p>
            <a:pPr algn="ctr">
              <a:defRPr/>
            </a:pPr>
            <a:r>
              <a:rPr sz="1100"/>
              <a:t>2.4 GHz</a:t>
            </a:r>
            <a:endParaRPr/>
          </a:p>
        </p:txBody>
      </p:sp>
      <p:pic>
        <p:nvPicPr>
          <p:cNvPr id="201125257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153158" y="4280274"/>
            <a:ext cx="1367655" cy="936897"/>
          </a:xfrm>
          <a:prstGeom prst="rect">
            <a:avLst/>
          </a:prstGeom>
        </p:spPr>
      </p:pic>
      <p:sp>
        <p:nvSpPr>
          <p:cNvPr id="1097371131" name=""/>
          <p:cNvSpPr txBox="1"/>
          <p:nvPr/>
        </p:nvSpPr>
        <p:spPr bwMode="auto">
          <a:xfrm rot="0" flipH="0" flipV="0">
            <a:off x="1656850" y="2739310"/>
            <a:ext cx="92815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/>
              <a:t>Ecowitt WS69</a:t>
            </a:r>
            <a:endParaRPr sz="900"/>
          </a:p>
        </p:txBody>
      </p:sp>
      <p:sp>
        <p:nvSpPr>
          <p:cNvPr id="1632385998" name=""/>
          <p:cNvSpPr txBox="1"/>
          <p:nvPr/>
        </p:nvSpPr>
        <p:spPr bwMode="auto">
          <a:xfrm rot="0" flipH="0" flipV="0">
            <a:off x="1540520" y="5266309"/>
            <a:ext cx="125321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/>
              <a:t>Ecowitt WS3900</a:t>
            </a:r>
            <a:endParaRPr sz="900"/>
          </a:p>
        </p:txBody>
      </p:sp>
      <p:sp>
        <p:nvSpPr>
          <p:cNvPr id="1126832089" name=""/>
          <p:cNvSpPr txBox="1"/>
          <p:nvPr/>
        </p:nvSpPr>
        <p:spPr bwMode="auto">
          <a:xfrm rot="0" flipH="0" flipV="0">
            <a:off x="5452643" y="5217172"/>
            <a:ext cx="841166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/>
              <a:t>Usmjernik</a:t>
            </a:r>
            <a:endParaRPr sz="900"/>
          </a:p>
        </p:txBody>
      </p:sp>
      <p:sp>
        <p:nvSpPr>
          <p:cNvPr id="1061515450" name=""/>
          <p:cNvSpPr txBox="1"/>
          <p:nvPr/>
        </p:nvSpPr>
        <p:spPr bwMode="auto">
          <a:xfrm rot="0" flipH="0" flipV="0">
            <a:off x="5369669" y="2773231"/>
            <a:ext cx="93463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/>
              <a:t>Ra</a:t>
            </a:r>
            <a:r>
              <a:rPr lang="hr-HR" sz="900"/>
              <a:t>čunalni oblak</a:t>
            </a:r>
            <a:endParaRPr sz="900"/>
          </a:p>
        </p:txBody>
      </p:sp>
      <p:pic>
        <p:nvPicPr>
          <p:cNvPr id="11237173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238519" y="1678709"/>
            <a:ext cx="1196934" cy="1196934"/>
          </a:xfrm>
          <a:prstGeom prst="rect">
            <a:avLst/>
          </a:prstGeom>
        </p:spPr>
      </p:pic>
      <p:pic>
        <p:nvPicPr>
          <p:cNvPr id="1889730350" name=""/>
          <p:cNvPicPr>
            <a:picLocks noChangeAspect="1"/>
          </p:cNvPicPr>
          <p:nvPr/>
        </p:nvPicPr>
        <p:blipFill rotWithShape="1">
          <a:blip r:embed="rId7"/>
          <a:srcRect l="15945" t="0" r="16920" b="31764"/>
          <a:stretch/>
        </p:blipFill>
        <p:spPr bwMode="auto">
          <a:xfrm flipH="0" flipV="0">
            <a:off x="7322035" y="1847221"/>
            <a:ext cx="3769178" cy="2154949"/>
          </a:xfrm>
          <a:prstGeom prst="rect">
            <a:avLst/>
          </a:prstGeom>
        </p:spPr>
      </p:pic>
      <p:pic>
        <p:nvPicPr>
          <p:cNvPr id="1255387357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8519680" y="2597840"/>
            <a:ext cx="287329" cy="282938"/>
          </a:xfrm>
          <a:prstGeom prst="rect">
            <a:avLst/>
          </a:prstGeom>
        </p:spPr>
      </p:pic>
      <p:pic>
        <p:nvPicPr>
          <p:cNvPr id="2024559048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rot="0" flipH="0" flipV="0">
            <a:off x="8841600" y="2595599"/>
            <a:ext cx="288000" cy="288000"/>
          </a:xfrm>
          <a:prstGeom prst="rect">
            <a:avLst/>
          </a:prstGeom>
        </p:spPr>
      </p:pic>
      <p:pic>
        <p:nvPicPr>
          <p:cNvPr id="1433377742" name=""/>
          <p:cNvPicPr/>
          <p:nvPr/>
        </p:nvPicPr>
        <p:blipFill rotWithShape="1">
          <a:blip r:embed="rId10"/>
          <a:stretch/>
        </p:blipFill>
        <p:spPr bwMode="auto">
          <a:xfrm rot="0" flipH="0" flipV="0">
            <a:off x="9169200" y="2599200"/>
            <a:ext cx="288000" cy="28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42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37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59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82059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53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124853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4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51364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01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04001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25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01625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1389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38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3238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95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0595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03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22803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8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41118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90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03990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92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75092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25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01125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12683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1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5811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51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6151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7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37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73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8973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8 -0.089 L -0.13 -0.089 C -0.069 -0.089 0 -0.062 0 -0.039 L 0 0" pathEditMode="relative" ptsTypes="">
                                      <p:cBhvr>
                                        <p:cTn id="18" dur="2000" fill="hold"/>
                                        <p:tgtEl>
                                          <p:spTgt spid="18897303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38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5538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55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2455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40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37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43337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96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Meteorološka postaja</a:t>
            </a:r>
            <a:endParaRPr/>
          </a:p>
        </p:txBody>
      </p:sp>
      <p:pic>
        <p:nvPicPr>
          <p:cNvPr id="3774810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39252" y="1426869"/>
            <a:ext cx="4067194" cy="3043195"/>
          </a:xfrm>
          <a:prstGeom prst="rect">
            <a:avLst/>
          </a:prstGeom>
        </p:spPr>
      </p:pic>
      <p:pic>
        <p:nvPicPr>
          <p:cNvPr id="5883570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83497" y="1452875"/>
            <a:ext cx="4819381" cy="2991184"/>
          </a:xfrm>
          <a:prstGeom prst="rect">
            <a:avLst/>
          </a:prstGeom>
        </p:spPr>
      </p:pic>
      <p:sp>
        <p:nvSpPr>
          <p:cNvPr id="1737479546" name=""/>
          <p:cNvSpPr txBox="1"/>
          <p:nvPr/>
        </p:nvSpPr>
        <p:spPr bwMode="auto">
          <a:xfrm rot="0" flipH="0" flipV="0">
            <a:off x="838199" y="4787565"/>
            <a:ext cx="155479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hr-HR"/>
              <a:t>Ecowitt.net</a:t>
            </a:r>
            <a:endParaRPr/>
          </a:p>
        </p:txBody>
      </p:sp>
      <p:sp>
        <p:nvSpPr>
          <p:cNvPr id="2130215284" name=""/>
          <p:cNvSpPr txBox="1"/>
          <p:nvPr/>
        </p:nvSpPr>
        <p:spPr bwMode="auto">
          <a:xfrm rot="0" flipH="0" flipV="0">
            <a:off x="4746644" y="4787565"/>
            <a:ext cx="198487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hr-HR"/>
              <a:t>Wunderground</a:t>
            </a:r>
            <a:endParaRPr/>
          </a:p>
        </p:txBody>
      </p:sp>
      <p:sp>
        <p:nvSpPr>
          <p:cNvPr id="733163621" name=""/>
          <p:cNvSpPr txBox="1"/>
          <p:nvPr/>
        </p:nvSpPr>
        <p:spPr bwMode="auto">
          <a:xfrm rot="0" flipH="0" flipV="0">
            <a:off x="8924276" y="4787565"/>
            <a:ext cx="21686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hr-HR"/>
              <a:t>Weathercloud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47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1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6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3147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Računalni oblak</a:t>
            </a:r>
            <a:endParaRPr/>
          </a:p>
        </p:txBody>
      </p:sp>
      <p:sp>
        <p:nvSpPr>
          <p:cNvPr id="2117016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Docker</a:t>
            </a:r>
            <a:endParaRPr lang="hr-HR"/>
          </a:p>
          <a:p>
            <a:pPr>
              <a:defRPr/>
            </a:pPr>
            <a:r>
              <a:rPr lang="hr-HR"/>
              <a:t>.NET Web API</a:t>
            </a:r>
            <a:endParaRPr lang="hr-HR"/>
          </a:p>
          <a:p>
            <a:pPr>
              <a:defRPr/>
            </a:pPr>
            <a:r>
              <a:rPr lang="hr-HR"/>
              <a:t>PosgreSQL</a:t>
            </a:r>
            <a:endParaRPr lang="hr-HR"/>
          </a:p>
          <a:p>
            <a:pPr>
              <a:defRPr/>
            </a:pPr>
            <a:r>
              <a:rPr lang="hr-HR"/>
              <a:t>Grafana</a:t>
            </a:r>
            <a:endParaRPr lang="hr-HR"/>
          </a:p>
          <a:p>
            <a:pPr>
              <a:defRPr/>
            </a:pPr>
            <a:endParaRPr/>
          </a:p>
        </p:txBody>
      </p:sp>
      <p:pic>
        <p:nvPicPr>
          <p:cNvPr id="18812801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01512" y="2186934"/>
            <a:ext cx="3939152" cy="682596"/>
          </a:xfrm>
          <a:prstGeom prst="rect">
            <a:avLst/>
          </a:prstGeom>
        </p:spPr>
      </p:pic>
      <p:pic>
        <p:nvPicPr>
          <p:cNvPr id="19228422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601512" y="3525169"/>
            <a:ext cx="3645718" cy="2651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146933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hr-HR"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135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Zaključak</a:t>
            </a:r>
            <a:endParaRPr/>
          </a:p>
        </p:txBody>
      </p:sp>
      <p:sp>
        <p:nvSpPr>
          <p:cNvPr id="9375681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r-HR"/>
              <a:t>Robusna integracija</a:t>
            </a:r>
            <a:r>
              <a:rPr lang="hr-HR"/>
              <a:t> hardvera i softvera</a:t>
            </a:r>
            <a:endParaRPr lang="hr-HR"/>
          </a:p>
          <a:p>
            <a:pPr>
              <a:defRPr/>
            </a:pPr>
            <a:r>
              <a:rPr lang="hr-HR"/>
              <a:t>Nadzor okoline u realnom vremenu</a:t>
            </a:r>
            <a:endParaRPr lang="hr-HR"/>
          </a:p>
          <a:p>
            <a:pPr>
              <a:defRPr/>
            </a:pPr>
            <a:r>
              <a:rPr lang="hr-HR"/>
              <a:t>Skalabilna i održavana arhitektura</a:t>
            </a:r>
            <a:endParaRPr lang="hr-HR"/>
          </a:p>
          <a:p>
            <a:pPr>
              <a:defRPr/>
            </a:pPr>
            <a:r>
              <a:rPr lang="hr-HR"/>
              <a:t>Automatska konfiguracija</a:t>
            </a:r>
            <a:endParaRPr lang="hr-H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06635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 lang="hr-HR"/>
              <a:t>Hvala!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2025-11-24T22:47:16Z</dcterms:modified>
</cp:coreProperties>
</file>